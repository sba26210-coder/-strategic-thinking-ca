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EC06A-72F7-EFC3-857B-AF6F448D9A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B9D4DC-680C-9DAC-2451-D811995E42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C5CEF-A334-610B-1C19-6D3391C3D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CD540-10D2-4A14-AE79-B24C77913A41}" type="datetimeFigureOut">
              <a:rPr lang="es-ES" smtClean="0"/>
              <a:t>25/10/2026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1B193-59C4-645E-D487-17FC1719C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3E2DC-DDBF-93F4-AD98-CBD100340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424-C4D2-4D2D-A5F9-E56F318CA03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8511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DCBB5-387D-5189-99B0-0995E4BE4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1D287-D801-BC67-1D5A-E1FDCB366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76E48-4C95-D9E2-EADA-7F3E0942C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CD540-10D2-4A14-AE79-B24C77913A41}" type="datetimeFigureOut">
              <a:rPr lang="es-ES" smtClean="0"/>
              <a:t>25/10/2026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3D553-653E-4D63-79B7-FADE6377C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9DA38-FFDF-0CF5-B28F-AD3B6AF59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424-C4D2-4D2D-A5F9-E56F318CA03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247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5FD2B-2C6C-4C2E-7D1A-AA56C39B4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9ADC8-57FE-1874-8FE2-99BD1F1CD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8BEB0-039F-F849-C4BF-89349E0A8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CD540-10D2-4A14-AE79-B24C77913A41}" type="datetimeFigureOut">
              <a:rPr lang="es-ES" smtClean="0"/>
              <a:t>25/10/2026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701D7-6A72-2E7C-567B-5D52EDE57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1BB4D-0A12-FE96-BEE0-1781D99B5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424-C4D2-4D2D-A5F9-E56F318CA03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0091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5E29C-247A-47E8-E967-34DB401A5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0F564-352D-C8E7-1A77-8EBC4EA1C5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8E9236-902B-15B8-DB2A-BBC674D5B3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7CAC3E-42A0-2880-18DB-967CF8D79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CD540-10D2-4A14-AE79-B24C77913A41}" type="datetimeFigureOut">
              <a:rPr lang="es-ES" smtClean="0"/>
              <a:t>25/10/2026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582AB8-64F1-D838-CAB9-2B84A1AE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4C5B1F-10D3-69CF-AFF9-8F0CB86E2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424-C4D2-4D2D-A5F9-E56F318CA03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8791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1FCF0-1572-37A3-5868-731E40EC8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A40D2A-B5E3-DA54-AAE3-C2F1E0CB8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E4AF7C-076F-7845-6C03-750889FC82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02A03B-C9C4-07E4-AFCD-76A25AB906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75BFE8-399D-E203-92E0-ABFA537CFC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9411A7-EA70-CBAD-163E-A1D89CF27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CD540-10D2-4A14-AE79-B24C77913A41}" type="datetimeFigureOut">
              <a:rPr lang="es-ES" smtClean="0"/>
              <a:t>25/10/2026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89723F-FA7D-8E3B-5B3B-5200BDC36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BD65EC-1A4A-F3D2-1653-F249884B4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424-C4D2-4D2D-A5F9-E56F318CA03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1641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3FAF9-FBB5-DCA2-E24A-6649196DC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108E2D-A6FF-C96B-CA83-31AB1F9EE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CD540-10D2-4A14-AE79-B24C77913A41}" type="datetimeFigureOut">
              <a:rPr lang="es-ES" smtClean="0"/>
              <a:t>25/10/2026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5AACBB-7758-17AE-33EB-C1D62FFC1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4EEED6-3FD6-7A9C-D627-EDB374128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424-C4D2-4D2D-A5F9-E56F318CA03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11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83A2A0-A2B3-455A-A91B-BDADBC66C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CD540-10D2-4A14-AE79-B24C77913A41}" type="datetimeFigureOut">
              <a:rPr lang="es-ES" smtClean="0"/>
              <a:t>25/10/2026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C1D42C-C0AD-971F-4092-AE950CEBF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1DD558-59B5-3FE5-CDED-9B4E5D291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424-C4D2-4D2D-A5F9-E56F318CA03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9171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8A7E3-4655-A07A-FB4F-4992B3CAD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9F6D0-FDF5-E831-04CE-F55E01A8E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C150F9-65AF-13EB-B9C2-05EAE0B371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CD1C44-0BC6-2495-E042-E0D975498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CD540-10D2-4A14-AE79-B24C77913A41}" type="datetimeFigureOut">
              <a:rPr lang="es-ES" smtClean="0"/>
              <a:t>25/10/2026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E95DE6-8E4F-F40E-22B1-A8C04C82C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03772-48F6-C628-F8BB-5BCEB852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424-C4D2-4D2D-A5F9-E56F318CA03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8475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6F203-FC8D-0B64-BCE4-85CF9FC45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B3E623-72AF-D988-A341-3569B42A2CA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8E35C-13B5-46B8-87BB-39371CD526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2D189-65D0-F440-8B91-324086C24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CD540-10D2-4A14-AE79-B24C77913A41}" type="datetimeFigureOut">
              <a:rPr lang="es-ES" smtClean="0"/>
              <a:t>25/10/2026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F3EB23-7506-4CCC-AE10-DCC723565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DCA170-087F-C6BF-F485-C04F9A325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424-C4D2-4D2D-A5F9-E56F318CA03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1846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CFCC0-739A-453C-3548-E7BA0045B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150831-11C2-C401-DEB4-CFCFBFC732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983E1-7C08-BE7E-C58D-00B00CB0D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CD540-10D2-4A14-AE79-B24C77913A41}" type="datetimeFigureOut">
              <a:rPr lang="es-ES" smtClean="0"/>
              <a:t>25/10/2026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14009-390C-ED69-09A1-EDE87C3E2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1215E-49C3-5F4B-D9CA-AC766FEEE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424-C4D2-4D2D-A5F9-E56F318CA03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1822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F14294-2627-3050-F243-8FA52D43DD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FB42D0-733E-F101-3EA2-7B59B69870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DBAE5-220A-4E18-F14C-06BD605A0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CD540-10D2-4A14-AE79-B24C77913A41}" type="datetimeFigureOut">
              <a:rPr lang="es-ES" smtClean="0"/>
              <a:t>25/10/2026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F266F-E343-2935-EFC3-99FF738E0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25777-D36F-DDDF-9E05-5D3F7A767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424-C4D2-4D2D-A5F9-E56F318CA03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7244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D2805F-7F55-8FB1-2F9E-5A44278CD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0A2CE2-1A21-82FB-D1B9-E470E277F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877DA-A702-5789-C28D-E89C7546DE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1CD540-10D2-4A14-AE79-B24C77913A41}" type="datetimeFigureOut">
              <a:rPr lang="es-ES" smtClean="0"/>
              <a:t>25/10/2026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F72F6-5145-8697-16E5-B7E5C38DAB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AF694-C636-117B-04C7-51FC8CCFA6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EAD424-C4D2-4D2D-A5F9-E56F318CA03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1846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 descr="Data collection &#10;">
            <a:extLst>
              <a:ext uri="{FF2B5EF4-FFF2-40B4-BE49-F238E27FC236}">
                <a16:creationId xmlns:a16="http://schemas.microsoft.com/office/drawing/2014/main" id="{5C4CECC2-6AB0-D24F-18C1-305776783B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435352" y="155571"/>
            <a:ext cx="5321295" cy="1181103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156082"/>
          </a:solidFill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Data collection </a:t>
            </a:r>
          </a:p>
        </p:txBody>
      </p:sp>
      <p:sp>
        <p:nvSpPr>
          <p:cNvPr id="3" name="Rectangle: Rounded Corners 5" descr="Data collection &#10;">
            <a:extLst>
              <a:ext uri="{FF2B5EF4-FFF2-40B4-BE49-F238E27FC236}">
                <a16:creationId xmlns:a16="http://schemas.microsoft.com/office/drawing/2014/main" id="{2BC6999E-EF58-B640-5408-A0A185D5872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435352" y="1444619"/>
            <a:ext cx="5321295" cy="1181103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156082"/>
          </a:solidFill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Data preparation</a:t>
            </a:r>
          </a:p>
        </p:txBody>
      </p:sp>
      <p:sp>
        <p:nvSpPr>
          <p:cNvPr id="4" name="Rectangle: Rounded Corners 7" descr="Data collection &#10;">
            <a:extLst>
              <a:ext uri="{FF2B5EF4-FFF2-40B4-BE49-F238E27FC236}">
                <a16:creationId xmlns:a16="http://schemas.microsoft.com/office/drawing/2014/main" id="{53832E4A-01B2-835A-7395-02989A6AF89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435352" y="2836186"/>
            <a:ext cx="5321295" cy="1181103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156082"/>
          </a:solidFill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Machine learning models </a:t>
            </a:r>
          </a:p>
        </p:txBody>
      </p:sp>
      <p:sp>
        <p:nvSpPr>
          <p:cNvPr id="5" name="Rectangle: Rounded Corners 9" descr="Data collection &#10;">
            <a:extLst>
              <a:ext uri="{FF2B5EF4-FFF2-40B4-BE49-F238E27FC236}">
                <a16:creationId xmlns:a16="http://schemas.microsoft.com/office/drawing/2014/main" id="{4012A556-EDC7-533F-D474-A132037884A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435352" y="4175118"/>
            <a:ext cx="5321295" cy="1181103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156082"/>
          </a:solidFill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Model Evaluation</a:t>
            </a:r>
          </a:p>
        </p:txBody>
      </p:sp>
      <p:sp>
        <p:nvSpPr>
          <p:cNvPr id="6" name="Rectangle: Rounded Corners 11" descr="Data collection &#10;">
            <a:extLst>
              <a:ext uri="{FF2B5EF4-FFF2-40B4-BE49-F238E27FC236}">
                <a16:creationId xmlns:a16="http://schemas.microsoft.com/office/drawing/2014/main" id="{FAB4C756-E458-1B32-AC98-3E53F4BBD90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435352" y="5521326"/>
            <a:ext cx="5321295" cy="1181103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156082"/>
          </a:solidFill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Visualisation and final report</a:t>
            </a:r>
          </a:p>
        </p:txBody>
      </p:sp>
    </p:spTree>
    <p:extLst>
      <p:ext uri="{BB962C8B-B14F-4D97-AF65-F5344CB8AC3E}">
        <p14:creationId xmlns:p14="http://schemas.microsoft.com/office/powerpoint/2010/main" val="2194555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Diego Martinez</dc:creator>
  <cp:lastModifiedBy>DIEGO MARTÍNEZ FUENTES</cp:lastModifiedBy>
  <cp:revision>1</cp:revision>
  <dcterms:created xsi:type="dcterms:W3CDTF">2026-10-25T16:52:24Z</dcterms:created>
  <dcterms:modified xsi:type="dcterms:W3CDTF">2026-10-25T16:52:59Z</dcterms:modified>
</cp:coreProperties>
</file>